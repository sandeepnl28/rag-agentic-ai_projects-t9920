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47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B903AF-66CC-0D47-FFB2-796057F8CAC5}"/>
              </a:ext>
            </a:extLst>
          </p:cNvPr>
          <p:cNvSpPr/>
          <p:nvPr/>
        </p:nvSpPr>
        <p:spPr>
          <a:xfrm>
            <a:off x="0" y="-1"/>
            <a:ext cx="12191695" cy="3531765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B3B6E-29BA-FB62-40D1-006B25D9EF00}"/>
              </a:ext>
            </a:extLst>
          </p:cNvPr>
          <p:cNvSpPr txBox="1"/>
          <p:nvPr/>
        </p:nvSpPr>
        <p:spPr>
          <a:xfrm>
            <a:off x="2340528" y="922789"/>
            <a:ext cx="7071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</a:rPr>
              <a:t>RAG &amp; Agentic AI </a:t>
            </a:r>
          </a:p>
          <a:p>
            <a:pPr algn="ctr"/>
            <a:r>
              <a:rPr lang="en-IN" sz="4800" dirty="0">
                <a:solidFill>
                  <a:schemeClr val="bg1"/>
                </a:solidFill>
              </a:rPr>
              <a:t>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3ECBD-8307-1C8D-46EA-881C514D847C}"/>
              </a:ext>
            </a:extLst>
          </p:cNvPr>
          <p:cNvSpPr txBox="1"/>
          <p:nvPr/>
        </p:nvSpPr>
        <p:spPr>
          <a:xfrm>
            <a:off x="7952763" y="4622334"/>
            <a:ext cx="3733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	: N. Lakshmi Sandeep</a:t>
            </a:r>
          </a:p>
          <a:p>
            <a:r>
              <a:rPr lang="en-IN" dirty="0"/>
              <a:t>College	: VIT Vellore</a:t>
            </a:r>
          </a:p>
        </p:txBody>
      </p:sp>
    </p:spTree>
    <p:extLst>
      <p:ext uri="{BB962C8B-B14F-4D97-AF65-F5344CB8AC3E}">
        <p14:creationId xmlns:p14="http://schemas.microsoft.com/office/powerpoint/2010/main" val="10429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AGENTIC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Dataset Forensics Agent for Evidence-Gated Data Quality Investigation, Safe Repair and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9989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on_problem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8" name="Text 5"/>
          <p:cNvSpPr/>
          <p:nvPr/>
        </p:nvSpPr>
        <p:spPr>
          <a:xfrm>
            <a:off x="128016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data-quality workflows rely on fixed rules and predefined cleaning pipelines — they cannot dynamically investigate an unfamiliar dataset.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detect only known error types and lack a way to decide whether a correction is actually justified.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built-in mechanism to verify that an applied fix genuinely improved the dataset, or to undo it if it didn't.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autonomous agent that behaves like a forensic investigator — gathering evidence before acting, and safely abstaining when unsure.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89320" y="1371600"/>
            <a:ext cx="57607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on_objectives_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709928"/>
            <a:ext cx="237744" cy="237744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3" name="Text 9"/>
          <p:cNvSpPr/>
          <p:nvPr/>
        </p:nvSpPr>
        <p:spPr>
          <a:xfrm>
            <a:off x="68122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17920" y="21945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system — Planner, Investigation, Diagnosis, Repair, and Validation agents — for autonomous dataset forensics.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evidence-gated pipeline: </a:t>
            </a:r>
            <a:b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Hypothesize → Gather Evidence → Assess Confidence → Repair → Validate → Accept / Reject / Rollback / Human Review.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safety: all repairs run in a sandbox, remain reversible, and produce a complete audit trail.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rule-based and fixed-workflow baselines using Safe Repair Rate and False Repair Rate as core success metrics.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AGENTIC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Dataset Forensics Agent for Evidence-Gated Data Quality Investigation, Safe Repair and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on_dataset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tabular datasets from UCI ML Repository, OpenML, and government open-data portals.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clean datasets deliberately corrupted with 8 known error types: missing values, duplicates, invalid categories, type errors, date issues, outliers, constraint violations, numerical corruption.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clean data kept as ground truth, producing thousands of controlled evaluation scenarios.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52544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on_stack_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709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81144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LangGraph for stateful agent orchestration.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4B (quantized) via Ollama for local, laptop-friendly LLM reasoning.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SciPy, Scikit-learn for analysis; Pandera for validation.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Streamlit dashboard, Docker, deployed on Azure.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47888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7648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on_outcome_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7099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8476488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autonomous agent with a measurably high Safe Repair Rate and low False Repair Rate vs. baselines.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showing that evidence-gating and sandbox validation/rollback reduce harmful autonomous edits.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end-to-end system with full audit trail and dashboard.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MULTIMODAL 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DiagramRAG: Layout-Aware Multimodal Retrieval-Augmented Generation for Evidence-Grounded Electronics Troubleshooting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_problem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systems flatten technical PDFs into plain text chunks, losing information held in diagrams, tables, captions, and page layout.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troubleshooting manuals, an answer is often split across text, tables, and diagrams together — not contained in any single one.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retrieval frequently fails on diagram-dependent or cross-modal questions, producing incomplete or wrong answers.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retrieval system that understands document structure and fuses evidence across modalities before answering.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89320" y="1371600"/>
            <a:ext cx="57607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_objectives_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709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17920" y="21945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multimodal RAG system that preserves document structure — headings, tables, figures, captions, and page relationships.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layout-aware cross-modal evidence fusion combining semantic similarity, page proximity, section/caption relevance, and cross-modal consistency.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grounded, evidence-cited answers, and abstain ("insufficient evidence") when retrieval confidence is low.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text-only RAG and standard multimodal RAG baselines using retrieval quality and the custom Cross-Modal Evidence Accuracy metric.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· MULTIMODAL 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DiagramRAG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Layout-Aware Multimodal Retrieval-Augmented Generation for Evidence-Grounded Electronics Troubleshooting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_dataset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licensed technical/electronics documentation: open hardware manuals, NASA technical reports, engineering documents.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scale: 100–300 documents, 2,000–5,000 pages, 5,000+ text chunks, 1,000+ tables, 2,000+ figures.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validated QA benchmark of 300–500 questions across text-only, diagram-dependent, and cross-modal categories.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52544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_stack_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7099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81144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PyMuPDF for parsing, Tesseract/PaddleOCR for text-in-image extraction.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for text embeddings; lightweight CLIP-family model for image embeddings.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Qdrant hybrid retrieval; Qwen3 4B (quantized) via Ollama for grounded answer generation.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Streamlit dashboard, Docker, deployed on Azure.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47888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937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76488" y="1600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_outcome_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17099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160020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76488" y="2194560"/>
            <a:ext cx="321868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evidence-grounded troubleshooting assistant that outperforms text-only and naive multimodal RAG on diagram/table-dependent questions.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gains in Recall@K, nDCG, and Cross-Modal Evidence Accuracy from layout-aware fusion.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system with transparent evidence/citations and abstention.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765</Words>
  <Application>Microsoft Office PowerPoint</Application>
  <PresentationFormat>Widescreen</PresentationFormat>
  <Paragraphs>66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Sandeep N L</cp:lastModifiedBy>
  <cp:revision>7</cp:revision>
  <dcterms:created xsi:type="dcterms:W3CDTF">2026-08-27T13:37:10Z</dcterms:created>
  <dcterms:modified xsi:type="dcterms:W3CDTF">2026-08-27T18:07:59Z</dcterms:modified>
</cp:coreProperties>
</file>